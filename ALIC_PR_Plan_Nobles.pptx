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F59E0B"/>
                </a:solidFill>
              </a:defRPr>
            </a:pPr>
            <a:r>
              <a:t>خطة الاتصال والعلاقات العامة</a:t>
            </a:r>
            <a:br/>
            <a:r>
              <a:t>أليك (ALIC)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مدينة عمّان اللوجستية والصناعية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حيث الموقع الاستثنائي.. والاستثمار الأمثل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القيمة الفريدة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المزايا التنافسية: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⚡ جاهزية التشغيل - Plug &amp; Play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🌿 استدامة ذكية - Smart Sustainability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👔 إدارة متكاملة - Managed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أهداف التغطية الجغرافية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🇯🇴 الأردن | 85% | $8,500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🌍 إقليمي | 10% | $1,000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🌐 عالمي | 5% | $500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إحصائيات رئيسية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 شراكات موقعة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400K م² قابلة للتأجير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36 شهر أقساط 0%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Q1 2026 موعد الإطلاق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تحليل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نقاط القوة: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موقع استراتيجي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3 شراكات موقعة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بنية جاهزة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تقسيط 36 شهر 0%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الفرص: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نقص المساحات الجاهزة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نمو التجارة الإلكترونية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تحليل الفجوات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الوعي بالعلامة | المحتوى المرئي | التمايز التنافسي | إيصال القيمة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خلاصة المقارنات المرجعية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النموذج العالمي: Prologis &amp; GLP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النموذج الخليجي: DIC / KAEC / KEZAD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التوصية: ربط الرسائل برؤية التحديث الاقتصادي الأردني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الخلاصة الاستراتيجية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الرسائل الرئيسية: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⚡ جاهز للتشغيل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📍 بوابة المنطقة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🤝 شريك النمو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الأهداف الاستراتيجية الاتصالية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بناء الوعي | تعزيز المكانة | ربط برؤية التحديث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الجماهير المستهدفة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 الأساسي: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الشركات الصناعية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المستثمرون الإقليميون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شركات 3PL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 الثانوي: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الجهات الحكومية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المؤسسات المالية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مصفوفة الرسائل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الشركات الصناعية | المستثمرون الإقليميون | شركات 3PL | الجهات الحكومية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الرسائل الاتصالية الرئيسية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السلوجن: محرك النمو الذكي لعمّان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Amman's Smart Growth Engine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 المحورية: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أليك منصة لتسريع النمو وبوابة للوصول إلى أسواق المنطقة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المتحدثون الرسميون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عمر عايش - رئيس مجلس الإدارة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أحمد مرعي - الرئيس التنفيذي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رشيد جعارة - المدير العام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إجمالي القنوات الإعلامية - 52+ قناة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📰 الصحف والمواقع: 10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📺 القنوات التلفزيونية: 11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📻 الإذاعات: 6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⭐ المؤثرون والخبراء: 11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🌍 منصات دولية: 4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📱 قنوات داعمة: 2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الإجمالي: 52+ قناة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المؤثرون الصناعيون والاقتصاديون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المؤثرون الصناعيون (6):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مازن الساكت | م. فتحي الجغبير | نائل الكباريتي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المحللون الاقتصاديون (5):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د. إبراهيم سيف | د. مازن العمري | حسام عايش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استراتيجية الترويج المدفوع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$10,000 | المدة: 31 يوم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Social Media: $5,000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Google Ads: $2,500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Native Ads: $2,500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مؤشرات الأداء الرئيسية (KPIs)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Impressions: 500,000+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Clicks: 15,000+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CTR: 3%+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Leads: 200+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CPL: &lt;$50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Video Views: 100,000+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مراحل الحملة - يناير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🟡 المرحلة 1: التهيئة (5-12 يناير) | $1,500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🟢 المرحلة 2: الإطلاق (13-22 يناير) | $5,500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🟣 المرحلة 3: الترسيخ (23-31 يناير) | $3,000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المرحلة الأولى - التهيئة والتشويق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الفترة: 5-12 يناير 2026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 منتجات إعلامية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1. LinkedIn Post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2. بيان صحفي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3. SMS Campaign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4. Teaser Video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5. VIP Invitations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1 - LinkedIn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بناء الوعي بمفهوم المدن اللوجستية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الشركات الصناعية + صناع القرار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المستقبل الصناعي للأردن يبدأ من هنا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$300 | الهدف: 50,000+ وصول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2 - البيان الصحفي الأول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الكشف الرسمي عن مشروع ALIC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وسائل الإعلام + الجمهور العام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أليك - أول مدينة لوجستية مُدارة في الأردن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التوزيع: 5 صحف رئيسية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3 - حملة 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إيصال رسالة مباشرة لصناع القرار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أعضاء غرفة صناعة عمّان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فرصة استثمارية جديدة في قلب الأردن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عدد المستلمين: 3,000+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4 - فيديو تشويقي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إثارة الفضول وبناء الترقب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الجمهور العام + المستثمرون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شيء كبير قادم... انتظرونا 15 يناير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$500 | الهدف: 100,000+ مشاهدة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5 - دعوات VIP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ضمان حضور كبار الشخصيات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VIPs + صناع القرار + الإعلام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ندعوكم لتشهدوا انطلاقة جديدة للصناعة الأردنية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المرحلة الثانية - الإطلاق الاستراتيجي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الفترة: 13-22 يناير 2026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$5,500 | 10 منتجات إعلامية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الحدث المركزي: تسليم أول مستودع لمحامص الشعب - 15 يناير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6 - حفل الإطلاق الرسمي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15 يناير 2026 | فندق فور سيزونز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برنامج الحفل: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6:00 م - استقبال الضيوف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6:30 م - كلمة عمر عايش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7:00 م - فيلم وثائقي ALIC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7:15 م - توقيع عقد محامص الشعب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7 - شهادة محامص الشعب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إثبات عملي - هناك من وثق بنا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الشركات الصناعية المترددة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محامص الشعب اختارت ALIC... لماذا؟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8 - الفيلم السينمائي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إبهار بصري يعكس ضخامة المشروع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المستثمرون + صناع القرار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ALIC ليست حلماً... إنها واقع يُبنى الآن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المدة: 5 دقائق 4K | الهدف: 500,000 مشاهدة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9 - التغطية التلفزيونية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 قنوات تلفزيونية | الوصول: 2+ مليون مشاهد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التلفزيون الأردني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قناة رؤيا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قناة المملكة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العربية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سكاي نيوز عربية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10 - حملة LinkedIn الاستراتيجية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10 منشورات | 13-22 يناير | $500 ترويج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الحسابات: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Omar Ayesh (35K+ متابع)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Nobles Properties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ALIC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11 - الحملة الإعلانية الرقمية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$3,000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Google Ads: $1,200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Meta Ads: $1,000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LinkedIn Ads: $800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CTA: احجز جولة مجانية في الموقع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12 - بودكاست بذرة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بناء الثقة والمصداقية الشخصية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رواد الأعمال الشباب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رحلتي من الصفر إلى بناء إمبراطورية عقارية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المدة: 45 دقيقة | الهدف: 50,000+ استماع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13 - مقالات الرأي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 مقالات في الصحف الكبرى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صحيفة الغد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صحيفة الرأي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Forbes Middle East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صحيفة الدستور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عمون نيوز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بتوقيع: عمر عايش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14 - الجولة الإعلامية VIP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20 يناير 2026 | 25 صحفي ومؤثر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برنامج الجولة: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8:00 ص - تجمع فندق فور سيزونز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10:00 ص - وصول ALIC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12:00 م - لقاء Q&amp;A مع عمر عايش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13:00 م - غداء عمل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15 - البيان الصحفي للإطلاق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50+ وسيلة إعلامية | الوصول: 5M+ readers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التوزيع المباشر: 9 وسائل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PR Newswire: 50+ وسيلة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الإعلام الدولي: Forbes, CNBC, Bloomberg, Sky News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المرحلة الثالثة - ترسيخ الريادة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الفترة: 23-31 يناير 2026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الميزانية: $3,000 | 5 منتجات إعلامية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التحول إلى المرجع الموثوق والقائد الفعلي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16 - إذاعة حسنى 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ترسيخ الريادة وبناء الثقة مع النخب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صناع القرار والنخب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ALIC نموذج أردني يُصدَّر للمنطقة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الوصول: 50,000+ مستمع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17 - الجولة الإذاعية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 إذاعات | الوصول: 200,000+ مستمع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هلا FM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Play 99.6 FM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روتانا FM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Energy FM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Mazaj FM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18 - المخبر الاقتصادي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المثلث الذهبي: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الهدف: بناء المصداقية والانتشار الإقليمي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الجمهور: جمهور عربي مهتم بالاقتصاد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الرسالة: ALIC - محرك النمو الذكي للصناعة الأردنية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المشاهدات المتوقعة: 500,000+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19 - برنامج مال وأعمال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برنامج مال وأعمال - التلفزيون الأردني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الضيوف: عمر عايش + أحمد مرعي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المدة: 20-30 دقيقة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المشاهدات: 100,000+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المنتج 20 - حملة شهادات الشركاء والخبراء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شهادات الشركاء: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محامص الشعب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مخابز قبلان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مصنع التجميل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شهادات الخبراء: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رئيس غرفة الصناعة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محلل اقتصادي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خبير لوجستي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ملخص المنتجات الإعلامية - 20 منتج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الأولى (5): LinkedIn, بيان صحفي, SMS, Teaser, دعوات VIP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الثانية (10): حفل الإطلاق, الفيلم, التلفزيون, LinkedIn, إعلانات, بودكاست, مقالات, جولة إعلامية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الثالثة (5): الإذاعات, المخبر الاقتصادي, مال وأعمال, الشهادات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الجدول الزمني الشامل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يناير 2026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الأسبوع 1 (5-12): التهيئة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الأسبوع 2 (13-19): الإطلاق - الجزء 1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الأسبوع 3 (20-22): الإطلاق - الجزء 2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الأسبوع 4 (23-31): الترسيخ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ملخص الميزانية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إجمالي الميزانية: $10,000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1: $1,500 (15%)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2: $5,500 (55%)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المرحلة 3: $3,000 (30%)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الأردن 85% | إقليمي 10% | دولي 5%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مؤشرات النجاح الكلية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المؤشرات الكمية: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إجمالي الوصول: 10+ مليون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التغطيات الإعلامية: 100+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مشاهدات الفيديو: 1+ مليون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Leads: 200+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حضور حفل الإطلاق: 300+ VIP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التوصيات الختامية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أولويات عاجلة: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✅ إنتاج الفيلم السينمائي 4K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✅ تفعيل صفحة ALIC على LinkedIn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✅ إعداد الملف الصحفي الكامل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✅ تأكيد مواعيد المقابلات التلفزيونية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0B981"/>
                </a:solidFill>
              </a:defRPr>
            </a:pPr>
            <a:r>
              <a:t>خلاصة المنهجية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المعادلة الذهبية: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52+ قناة إعلامية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20 منتج إعلامي متنوع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3 مراحل استراتيجية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+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$10,000 ميزانية مدروسة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=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ترسيخ ALIC كمحرك النمو الذكي للأردن</a:t>
            </a: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 algn="r"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إعداد: 24°45° للاستشارات الإعلامية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