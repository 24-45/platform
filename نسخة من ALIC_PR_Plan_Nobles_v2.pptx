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Dubai"/>
              </a:defRPr>
            </a:pPr>
            <a:r>
              <a:t>خطة الاتصال والعلاقات العامة</a:t>
            </a:r>
            <a:br/>
            <a:r>
              <a:t>أليك (ALIC)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8A04"/>
                </a:solidFill>
                <a:latin typeface="Dubai"/>
              </a:defRPr>
            </a:pPr>
            <a:r>
              <a:t>مدينة عمّان اللوجستية والصناعية</a:t>
            </a:r>
            <a:br/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القيمة الفريدة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الغلاف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**خطة الاتصال والعلاقات العامة**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400">
                <a:solidFill>
                  <a:srgbClr val="FFFFFF"/>
                </a:solidFill>
              </a:rPr>
              <a:t>أليك (ALIC)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مدينة عمّان اللوجستية والصناعية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**الشعار:** حيث الموقع الاستثنائي.. والاستثمار الأمثل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📍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أهداف التغطية الجغرافية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القيمة الفريدة</a:t>
            </a:r>
          </a:p>
          <a:p>
            <a:pPr algn="r">
              <a:spcAft>
                <a:spcPts val="800"/>
              </a:spcAft>
              <a:defRPr i="1" sz="1800">
                <a:solidFill>
                  <a:srgbClr val="64748B"/>
                </a:solidFill>
                <a:latin typeface="Dubai"/>
              </a:defRPr>
            </a:pPr>
            <a:r>
              <a:t>هنا تتحوّل المسافات إلى فرص، وتتقاطع **البنية التحتية المتقدمة** مع الخبرة المحلية والشراكات العالمية، في مشروع صُمم ليفتح الطريق نحو مستقبل صناعي مزدهر.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المزايا التنافسية: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⚡ **جاهزية التشغيل** - Plug &amp; Play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🌿 **استدامة ذكية** - Smart Sustainability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👔 **إدارة متكاملة** - Managed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إحصائيات رئيسية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أهداف التغطية الجغرافية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النطاق 	النسبة 	الميزانية 	الوصف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 	----------- 	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🇯🇴 الأردن 	**85%** 	$8,500 	التغطية المحلية الأساسية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🌍 إقليمي 	**10%** 	$1,000 	الخليج والشرق الأوسط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🌐 عالمي 	**5%** 	$500 	أوروبا وآسيا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تحليل SWOT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إحصائيات رئيسية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الرقم 	الوصف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 	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**3** 	شراكات موقعة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**400K** 	م² قابلة للتأجير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**36** 	شهر أقساط 0%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**Q1 2026** 	موعد الإطلاق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تحليل الفجوات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تحليل SWOT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نقاط القوة (Strengths) 💪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موقع استراتيجي يربطك بمطار الملكة علياء والمناطق الصناعية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- 3 شراكات موقعة: محامص الشعب، قبلان، مصنع تجميل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بنية جاهزة: طرق 14-24م، كهرباء، مياه، صرف صحي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نظام تقسيط حتى 36 شهراً بدون فوائد (0%)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نقاط الضعف (Weaknesses) ⚠️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وعي محدود بالعلامة: ALIC غير معروفة بعد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مرحلة ما قبل الإطلاق: لا يوجد محتوى مرئي حالياً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منافسة راسخة: مدن صناعية بسمعة طويلة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الفرص (Opportunities) 🚀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نقص المساحات الجاهزة في السوق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نمو التجارة الإلكترونية والطلب على التخزين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حوافز استثمارية: تخفيض 50% ضريبة + إعفاء جمركي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LinkedIn: جمهور B2B جاهز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التهديدات (Threats) 🛡️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منافسون محليون: القسطل، الرجم الشامي، سحاب، الموقر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منافسة إقليمية: KAEC + Jebel Ali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حساسية الأسعار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خلاصة المقارنات المرجعية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تحليل الفجوات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الفجوة 	الوضع الحالي 	أفضل الممارسات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-------------- 	----------------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**الوعي بالعلامة** 	علامة جديدة - مرحلة بناء الوعي 	KAEC: حملات تشويقية قبل الإطلاق بـ 6 أشهر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**المحتوى المرئي** 	ما قبل البناء - لا يوجد محتوى 	DIC: Renders + جولات افتراضية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**التمايز التنافسي** 	منافسة مع مدن راسخة 	Prologis: قصة فريدة + USP واضح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**إيصال القيمة** 	تحدي إبراز التميز 	GLP: التركيز على المرونة والسرعة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الخلاصة الاستراتيجية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خلاصة المقارنات المرجعية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🌐 النموذج العالمي (Prologis &amp; GLP)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**من تأجير المساحات إلى منصات الحلول**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تسويق "الكفاءة التشغيلية" لا "المتر المربع"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**توصية:** تطوير "ALIC Essentials" - منصة خدمات متكاملة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🏜️ النموذج الخليجي (DIC / KAEC / KEZAD)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**المواءمة مع الرؤى الوطنية**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ربط الحملات برؤية 2030 و"اصنع في الإمارات"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**توصية:** ربط الرسائل برؤية التحديث الاقتصادي الأردني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الأهداف الاستراتيجية الاتصالية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الخلاصة الاستراتيجية</a:t>
            </a:r>
          </a:p>
          <a:p>
            <a:pPr algn="r">
              <a:spcAft>
                <a:spcPts val="800"/>
              </a:spcAft>
              <a:defRPr i="1" sz="1800">
                <a:solidFill>
                  <a:srgbClr val="64748B"/>
                </a:solidFill>
                <a:latin typeface="Dubai"/>
              </a:defRPr>
            </a:pPr>
            <a:r>
              <a:t>أليك في موقع فريد لسد فجوة السوق الأردني بتقديم **أول مدينة لوجستية مُدارة بمعايير عالمية**.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الرسائل الرئيسية: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⚡ **جاهز للتشغيل**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📍 **بوابة المنطقة**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🤝 **شريك النمو**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الجماهير المستهدفة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الأهداف الاستراتيجية الاتصالية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الهدف 	الوصف 	مؤشر القياس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 	------- 	-------------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**بناء الوعي** 	تثقيف السوق بمفهوم "المدينة اللوجستية المُدارة" 	نسبة التعرف على العلامة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**تعزيز المكانة** 	ترسيخ صورة أليك كـ"شريك نمو" 	جودة التغطية الإعلامية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**ربط برؤية التحديث** 	تموضع كمُمكّن وطني لأهداف رؤية التحديث 	الإشارات في خطابات رسمية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مصفوفة الرسائل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الجماهير المستهدفة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الجمهور الأساسي (Primary)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**الشركات الصناعية المتوسطة والكبرى** - مصانع، مستودعات، ورش إنتاج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**المستثمرون الإقليميون** - خليجي، عراقي، سوري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**شركات 3PL واللوجستيات** - مراكز توزيع، تجارة إلكترونية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الجمهور الثانوي (Secondary)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**الجهات الحكومية** - وزارة الصناعة، هيئة الاستثمار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**المؤسسات المالية** - بنوك، صناديق استثمار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**الإعلام المتخصص** - صحافة اقتصادية، مجلات صناعية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الرسائل الاتصالية الرئيسية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مصفوفة الرسائل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الشريحة 	الرسالة المخصصة 	النبرة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--------- 	-----------------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**الشركات الصناعية** 	"وسّع إنتاجك بدون عناء البناء - مستودعات جاهزة بتقسيط مريح" 	عملية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**المستثمرون الإقليميون** 	"قاعدتك الأردنية للانطلاق - بوابة 50+ سوق إقليمي" 	استراتيجية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**شركات 3PL** 	"قرب من مطار الملكة علياء - وصولك لأسواق المنطقة بكفاءة" 	تقنية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**الجهات الحكومية** 	"شريككم في تحقيق رؤية التحديث الاقتصادي" 	رسمية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المتحدثون الرسميون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الرسائل الاتصالية الرئيسية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السلوجن المقترح: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400">
                <a:solidFill>
                  <a:srgbClr val="FFFFFF"/>
                </a:solidFill>
              </a:rPr>
              <a:t>"محرك النمو الذكي لعمّان"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*Amman's Smart Growth Engine*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الرسالة المحورية:</a:t>
            </a:r>
          </a:p>
          <a:p>
            <a:pPr algn="r">
              <a:spcAft>
                <a:spcPts val="800"/>
              </a:spcAft>
              <a:defRPr i="1" sz="1800">
                <a:solidFill>
                  <a:srgbClr val="64748B"/>
                </a:solidFill>
                <a:latin typeface="Dubai"/>
              </a:defRPr>
            </a:pPr>
            <a:r>
              <a:t>"أليك ليست مكاناً للتخزين... إنها **منصة لتسريع النمو** وبوابة **للوصول إلى أسواق المنطقة**"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الرسائل الداعمة: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⚡ **جاهز للتشغيل** - بنية تحتية متكاملة Plug &amp; Play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📍 **بوابة المنطقة** - موقع استراتيجي يربط 50+ سوق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🤝 **شريك النمو** - خدمات متكاملة من اليوم الأول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🌿 **مستقبل مستدام** - التزام بمعايير ESG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إجمالي القنوات الإعلامية - 52+ قناة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المتحدثون الرسميون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المتحدث 	المنصب 	المسؤوليات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--------- 	-------- 	------------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**عمر عايش** 	رئيس مجلس الإدارة 	الرؤية الاستراتيجية، الشراكات الكبرى، الظهور الإعلامي الرئيسي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**أحمد مرعي** 	الرئيس التنفيذي 	الأداء المحلي، العلاقات الحكومية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**رشيد جعارة** 	المدير العام 	التفاصيل التشغيلية، تجربة العملاء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المؤثرون الصناعيون والاقتصاديون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إجمالي القنوات الإعلامية - 52+ قناة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نوع القناة 	العدد 	أمثلة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------------ 	------- 	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📰 **الصحف والمواقع** 	10 	الغد، المملكة، عمون، رؤيا، الدستور، سرايا، Jordan Times، جفرا، الرأي، Property Finder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📺 **القنوات التلفزيونية** 	11 	التلفزيون الأردني، رؤيا، المملكة، العربية، سكاي نيوز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📻 **الإذاعات** 	6 	هلا FM، Play 99.6، روتانا، Energy، Mazaj، حسنى FM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⭐ **المؤثرون والخبراء** 	11 	صناعيون + اقتصاديون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🌍 **منصات دولية** 	4 	المخبر الاقتصادي، CNBC عربية، Bloomberg الشرق، Sky News عربية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📱 **قنوات داعمة** 	2 	SMS (غرفة الصناعة)، Email Marketing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**الإجمالي** 	**52+**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استراتيجية الترويج المدفوع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المؤثرون الصناعيون والاقتصاديون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المؤثرون الصناعيون (6):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الاسم 	التخصص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مازن الساكت 	رئيس غرفة صناعة الأردن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م. فتحي الجغبير 	نقيب المهندسين الأسبق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نائل الكباريتي 	رجل أعمال بارز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م. موسى الساكت 	قيادي صناعي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د. حسن عبد الله 	رئيس جمعية الصناعيين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باسم الزعبي 	إعلامي ومقدم برامج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المحللون الاقتصاديون (5):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الاسم 	التخصص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د. إبراهيم سيف 	خبير اقتصادي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د. مازن العمري 	محلل اقتصادي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حسام عايش 	خبير اقتصادي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سلامة الدرعاوي 	كاتب اقتصادي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فارس الصايغ 	محلل اقتصادي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مؤشرات الأداء الرئيسية (KPIs)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استراتيجية الترويج المدفوع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الميزانية الإجمالية: $10,000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المدة: 31 يوم | 8 قنوات إعلانية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الوصول المستهدف: 500,000+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توزيع الميزانية: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القناة 	الميزانية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**Social Media** 	$5,000 	LinkedIn $2,000 • Meta $2,000 • X $500 • TikTok $500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**Google Ads** 	$2,500 	Search $1,000 • Display $750 • YouTube $750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**Native Ads** 	$2,500 	عمون $800 • الغد $700 • خبرني $500 • سرايا $500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مراحل الحملة - يناير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مؤشرات الأداء الرئيسية (KPIs)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المؤشر 	الهدف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👁️ **Impressions** 	500,000+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🖱️ **Clicks** 	15,000+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📊 **CTR** 	3%+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📧 **Leads** 	200+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💰 **CPL** 	&lt;$50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🎬 **Video Views** 	100,000+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المرحلة الأولى - التهيئة والتشويق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مراحل الحملة - يناير 2026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🟡 المرحلة 1: التهيئة والتشويق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**5-12 يناير 2026** | ميزانية: $1,500 | 5 منتجات إعلامية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🟢 المرحلة 2: الإطلاق الاستراتيجي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**13-22 يناير 2026** | ميزانية: $5,500 | 10 منتجات إعلامية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🟣 المرحلة 3: ترسيخ الريادة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**23-31 يناير 2026** | ميزانية: $3,000 | 5 منتجات إعلامية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1 - LinkedIn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المرحلة الأولى - التهيئة والتشويق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الفترة: 5-12 يناير 2026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الهدف: بناء الترقب والفضول قبل الإطلاق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الفلسفة:</a:t>
            </a:r>
          </a:p>
          <a:p>
            <a:pPr algn="r">
              <a:spcAft>
                <a:spcPts val="800"/>
              </a:spcAft>
              <a:defRPr i="1" sz="1800">
                <a:solidFill>
                  <a:srgbClr val="64748B"/>
                </a:solidFill>
                <a:latin typeface="Dubai"/>
              </a:defRPr>
            </a:pPr>
            <a:r>
              <a:t>"نحن لا نبيع مشروعاً... نُعلن عن حقبة جديدة في الصناعة الأردنية"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المنتجات الإعلامية (5):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المنتج 	التاريخ 	الهدف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 	--------- 	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 	**LinkedIn Post** - بناء الوعي بالمدن اللوجستية 	5 يناير 	جذب انتباه B2B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2 	**بيان صحفي** - الكشف عن ALIC 	8 يناير 	تغطية إعلامية واسعة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3 	**SMS Campaign** - غرفة صناعة عمّان 	9 يناير 	3,000+ صانع قرار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4 	**Teaser Video** - العد التنازلي 	10 يناير 	إثارة الفضول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5 	**VIP Invitations** - دعوات حفل الإطلاق 	11 يناير 	كبار الضيوف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2 - البيان الصحفي الأول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1 - LinkedIn Post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بناء الوعي بمفهوم المدن اللوجستية المتكاملة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الشركات الصناعية + صناع القرار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"المستقبل الصناعي للأردن يبدأ من هنا"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**المنصة:** LinkedIn (عمر عايش + صفحة ALIC)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**الميزانية:** $300 ترويج B2B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**الهدف:** 50,000+ وصول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**Hashtags:** #ALIC #محرك_النمو_الذكي #الأردن_الصناعي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3 - حملة 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2 - البيان الصحفي الأول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الكشف الرسمي عن مشروع ALIC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وسائل الإعلام + الجمهور العام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"أليك - أول مدينة لوجستية مُدارة في الأردن"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التوزيع: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**5 صحف رئيسية:** الغد، الرأي، الدستور، عمون، سرايا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**3 مؤثرين** للإعادة النشر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**الوصول المتوقع:** 200,000+ قارئ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4 - فيديو تشويقي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3 - حملة SMS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إيصال رسالة مباشرة لصناع القرار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أعضاء غرفة صناعة عمّان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"فرصة استثمارية جديدة في قلب الأردن"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**الشريك:** غرفة صناعة عمّان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**عدد المستلمين:** 3,000+ صانع قرار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**معدل الفتح المتوقع:** 95%+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**CTA:** رابط التسجيل المسبق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5 - دعوات VIP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4 - فيديو تشويقي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إثارة الفضول وبناء الترقب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الجمهور العام + المستثمرون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"شيء كبير قادم... انتظرونا 15 يناير"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**المدة:** 30 ثانية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**الميزانية:** $500 ترويج متعدد المنصات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**المنصات:** Instagram, Facebook, LinkedIn, YouTube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**الهدف:** 100,000+ مشاهدة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المرحلة الثانية - الإطلاق الاستراتيجي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5 - دعوات VIP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ضمان حضور كبار الشخصيات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VIPs + صناع القرار + الإعلام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"ندعوكم لتشهدوا انطلاقة جديدة للصناعة الأردنية"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قائمة المدعوين: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**الفئة 1:** وزراء ومسؤولون حكوميون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**الفئة 2:** رؤساء غرف الصناعة والتجارة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**الفئة 3:** رجال أعمال كبار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**الفئة 4:** إعلاميون واقتصاديون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6 - حفل الإطلاق الرسمي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المرحلة الثانية - الإطلاق الاستراتيجي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الفترة: 13-22 يناير 2026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الميزانية: $5,500 | 10 منتجات إعلامية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الحدث المركزي: تسليم أول مستودع لمحامص الشعب - 15 يناير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الفلسفة:</a:t>
            </a:r>
          </a:p>
          <a:p>
            <a:pPr algn="r">
              <a:spcAft>
                <a:spcPts val="800"/>
              </a:spcAft>
              <a:defRPr i="1" sz="1800">
                <a:solidFill>
                  <a:srgbClr val="64748B"/>
                </a:solidFill>
                <a:latin typeface="Dubai"/>
              </a:defRPr>
            </a:pPr>
            <a:r>
              <a:t>"هذه ليست افتتاحية... هذه بداية حقبة جديدة للصناعة الأردنية"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قنوات المرحلة: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📰 10 صحف ومواقع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📺 5 قنوات تلفزيونية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⭐ 10 مؤثرين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🌍 4 منصات دولية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💰 $3,000 ترويج مدفوع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7 - شهادة محامص الشعب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6 - حفل الإطلاق الرسمي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📅 15 يناير 2026 | فندق فور سيزونز - عمّان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إعلان رسمي مدوّي وتغطية إعلامية واسعة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كبار المستثمرين + الحكومة + الإعلام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"أليك جاهزة للتشغيل - محرك النمو الذكي يبدأ العمل"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برنامج الحفل: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الوقت 	الفقرة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6:00 م 	استقبال الضيوف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6:30 م 	كلمة عمر عايش - الرؤية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7:00 م 	فيلم وثائقي ALIC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7:15 م 	توقيع عقد محامص الشعب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7:30 م 	جولة افتراضية في الموقع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8:00 م 	عشاء ونيتوركينغ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8 - الفيلم السينمائي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7 - شهادة محامص الشعب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إثبات عملي - "هناك من وثق بنا"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الشركات الصناعية المترددة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"محامص الشعب اختارت ALIC... لماذا؟"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المحتوى: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**فيديو:** 2-3 دقائق - شهادة المدير التنفيذي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**صور:** جولة في المستودع الجديد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**اقتباس:** "ALIC وفّرت علينا سنتين من البناء والتراخيص"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**التوزيع:** LinkedIn, YouTube, الصحف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9 - التغطية التلفزيونية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8 - الفيلم السينمائي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إبهار بصري يعكس ضخامة المشروع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المستثمرون + صناع القرار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"ALIC ليست حلماً... إنها واقع يُبنى الآن"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**المدة:** 5 دقائق بجودة 4K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**الإنتاج:** شركة سنابل للإنتاج الإعلامي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**التصوير:** درون DJI Inspire 3 + كاميرات RED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**تكلفة الإنتاج:** $5,000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**الهدف:** 500,000 مشاهدة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10 - حملة LinkedIn الاستراتيجية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9 - التغطية التلفزيونية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5 قنوات تلفزيونية | الوصول: 2+ مليون مشاهد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القناة 	نوع التغطية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**التلفزيون الأردني** 	تقرير نشرة المساء + مقابلة صباح الخير يا أردن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**قناة رؤيا** 	تغطية حفل الإطلاق + تقرير نبض البلد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**قناة المملكة** 	بث مباشر + مقابلة ستون دقيقة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**العربية** 	تقرير النشرة الاقتصادية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**سكاي نيوز عربية** 	تقرير خاص عن الاستثمار الصناعي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11 - الحملة الإعلانية الرقمية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10 - حملة LinkedIn الاستراتيجية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10 منشورات | 13-22 يناير | $500 ترويج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الحسابات المستخدمة: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Omar Ayesh (35K+ متابع)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Nobles Properties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ALIC - صفحة المشروع الجديدة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جدول المنشورات: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التاريخ 	المحتوى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--------- 	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 	15 يناير 	إعلان الإطلاق الرسمي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2 	15 يناير 	Highlights من حفل الإطلاق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3 	16 يناير 	شهادة محامص الشعب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4 	16 يناير 	Thought Leadership: عمر عايش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5 	17 يناير 	أرقام وإحصائيات ALIC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6 	17 يناير 	جولة افتراضية بالفيديو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7 	18 يناير 	شهادة مخابز قبلان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8 	18 يناير 	بوابة الأردن اللوجستية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9 	19 يناير 	فرص الاستثمار المتاحة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10 	20 يناير 	ملخص الحملة + CTA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12 - بودكاست بذرة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11 - الحملة الإعلانية الرقمية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الميزانية: $3,000 | 50+ lead | 500K+ impression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توزيع الميزانية: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القناة 	الميزانية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**Google Ads** 	$1,200 	كلمات مفتاحية: "مستودعات للإيجار عمان"، "أراضي صناعية الأردن"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**Meta Ads** 	$1,000 	استهداف: أصحاب أعمال 35-60 سنة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**LinkedIn Ads** 	$800 	استهداف: CEOs، مدراء سلاسل الإمداد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Landing Page: nobles.jo/alic-invest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CTA: "احجز جولة مجانية في الموقع"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13 - مقالات الرأي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12 - بودكاست بذرة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بناء الثقة والمصداقية الشخصية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رواد الأعمال الشباب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"رحلتي من الصفر إلى بناء إمبراطورية عقارية"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**البودكاست:** بذرة - مع أنس شبارو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**الضيف:** عمر عايش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**المدة:** 45 دقيقة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**المنصات:** Spotify, Apple Podcasts, YouTube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**الهدف:** 50,000+ استماع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المحاور: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البدايات: كيف بدأ عمر عايش رحلته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التحديات: أصعب المواقف وكيف تجاوزها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ALIC: لماذا هذا المشروع؟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نصائح للشباب الراغبين في الاستثمار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14 - الجولة الإعلامية VIP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13 - مقالات الرأي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5 مقالات في الصحف الكبرى | الوصول: 200K+ قارئ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الصحيفة 	التاريخ 	العنوان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--------- 	--------- 	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 	**صحيفة الغد** 	16 يناير 	"مستقبل الصناعة الأردنية: رؤية من قلب الميدان"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2 	**صحيفة الرأي** 	17 يناير 	"لماذا يحتاج الأردن لمدن لوجستية متكاملة؟"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3 	**Forbes Middle East** 	18 يناير 	"ALIC: How Jordan is Building its Own Jebel Ali"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4 	**صحيفة الدستور** 	19 يناير 	"دور القطاع الخاص في رؤية التحديث الاقتصادي"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5 	**عمون نيوز** 	20 يناير 	"ALIC: قصة نجاح أردنية تُكتب الآن"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✍️ جميع المقالات بتوقيع: **عمر عايش** - رئيس مجلس إدارة نوبلز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15 - البيان الصحفي للإطلاق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14 - الجولة الإعلامية VIP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📅 20 يناير 2026 | 25 صحفي ومؤثر | يوم كامل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توليد محتوى أصيل وتجربة حقيقية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صحفيون + مؤثرون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"شاهد بعينيك... المشروع حقيقي وجاهز"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برنامج الجولة: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الوقت 	النشاط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8:00 ص 	تجمع فندق فور سيزونز - قهوة وترحيب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8:30 ص 	انطلاق الباصات VIP نحو الموقّر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10:00 ص 	وصول ALIC - عرض تقديمي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10:30 ص 	جولة ميدانية في المستودعات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12:00 م 	لقاء مع عمر عايش - Q&amp;A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13:00 م 	غداء عمل في الموقع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14:30 م 	العودة إلى عمان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المشاركون: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**الصحفيون (15):** الغد، الرأي، المملكة، رؤيا، عمون، الدستور، Jordan Times، سرايا، جفرا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**المؤثرون (10):** باسم الزعبي، د. مازن العمري، حسام عايش، سلامة الدرعاوي، فارس الصايغ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المرحلة الثالثة - ترسيخ الريادة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15 - البيان الصحفي للإطلاق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50+ وسيلة إعلامية | عربي + English | الوصول: 5M+ readers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خطة التوزيع: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**التوزيع المباشر (9 وسائل):**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جريدة الغد، الرأي، الدستور، Jordan Times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عمون، سرايا، جفرا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رؤيا الإخباري، قناة المملكة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**التوزيع عبر PR Newswire (50+ وسيلة):**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الصحف العربية الكبرى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المواقع الإخبارية الإقليمية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وكالات الأنباء الدولية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**الإعلام الدولي:**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Forbes Middle East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CNBC عربية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Bloomberg الشرق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Sky News عربية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**الوكالة الرسمية:**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وكالة الأنباء الأردنية (بترا)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محتويات الملف الصحفي: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✓ البيان الصحفي (عربي + English)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✓ Fact Sheet عن ALIC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✓ صور عالية الجودة (10 صور)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✓ فيديو B-Roll (2 دقيقة)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✓ اقتباسات من عمر عايش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16 - إذاعة حسنى 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المرحلة الثالثة - ترسيخ الريادة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الفترة: 23-31 يناير 2026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الميزانية: $3,000 | 5 منتجات إعلامية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الفلسفة:</a:t>
            </a:r>
          </a:p>
          <a:p>
            <a:pPr algn="r">
              <a:spcAft>
                <a:spcPts val="800"/>
              </a:spcAft>
              <a:defRPr i="1" sz="1800">
                <a:solidFill>
                  <a:srgbClr val="64748B"/>
                </a:solidFill>
                <a:latin typeface="Dubai"/>
              </a:defRPr>
            </a:pPr>
            <a:r>
              <a:t>الانتقال من **"القول" إلى "الفعل"** - ALIC ليست مجرد وعود، بل قوة فاعلة في السوق.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الهدف: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التحول من **"الشركة الجديدة الواعدة"** إلى **"المرجع الموثوق والقائد الفعلي في قطاع اللوجستيات"**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القنوات: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📰 5 صحف (مقالات رأي)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📻 6 إذاعات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⭐ 5 مؤثرين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🌍 1 منصة دولية (المخبر الاقتصادي)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💰 $3,000 مدفوع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17 - الجولة الإذاعية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16 - إذاعة حسنى FM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ترسيخ الريادة وبناء الثقة مع النخب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صناع القرار والنخب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"ALIC نموذج أردني يُصدَّر للمنطقة"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**الإذاعة:** حسنى FM (جمهور النخبة)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**الضيف:** عمر عايش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**المدة:** 30-45 دقيقة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**الوصول:** 50,000+ مستمع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المحاور: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رؤية ALIC كنموذج أردني للتنمية الصناعية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التحديات التي تواجه القطاع الصناعي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فرص الاستثمار للشركات المحلية والإقليمية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مساهمة المشروع في رؤية التحديث الاقتصادي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18 - المخبر الاقتصادي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17 - الجولة الإذاعية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5 إذاعات | الوصول: 200,000+ مستمع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الإذاعة 	طبيعة الجمهور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--------- 	---------------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 	**هلا FM** 	إذاعة شعبية واسعة الانتشار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2 	**Play 99.6 FM** 	إذاعة شبابية حديثة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3 	**روتانا FM** 	إذاعة ترفيهية إقليمية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4 	**Energy FM** 	إذاعة إنجليزية للمغتربين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5 	**Mazaj FM** 	إذاعة شبابية منوعة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**الضيف:** عمر عايش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**مدة كل لقاء:** 15-20 دقيقة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**الفترة:** 23-27 يناير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19 - برنامج مال وأعمال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18 - المخبر الاقتصادي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بناء المصداقية والانتشار الإقليمي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جمهور عربي مهتم بالاقتصاد (ملايين)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"ALIC - محرك النمو الذكي للصناعة الأردنية"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**القناة:** المخبر الاقتصادي (YouTube)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**نوع المحتوى:** حلقة تحليلية مستقلة (بدون ضيوف)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**العنوان المقترح:** "كيف يصبح الأردن مركزاً صناعياً إقليمياً؟ - قصة ALIC"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**المدة:** 15-25 دقيقة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**المشاهدات المتوقعة:** 500,000+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المحاور: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تحليل موقع الأردن الاستراتيجي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موقع ALIC وربط 3 أسواق إقليمية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الفجوة في السوق العربي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التأثير على الاقتصاد الأردني والإقليمي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المنتج 20 - حملة شهادات الشركاء والخبراء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19 - برنامج مال وأعمال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ترسيخ المصداقية والريادة الاقتصادية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المستثمرون ورجال الأعمال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"ALIC محرك النمو الاقتصادي للأردن"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التفاصيل: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**البرنامج:** مال وأعمال - التلفزيون الأردني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**الضيوف:** عمر عايش + أحمد مرعي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**المدة:** 20-30 دقيقة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**موعد البث:** Prime Time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**المشاهدات:** 100,000+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المحاور: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تحليل معمق لنموذج ALIC الاستثماري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الأثر الاقتصادي على الاقتصاد الأردني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فرص العمل والتشغيل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مقارنة مع النماذج الإقليمية الناجحة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ملخص المنتجات الإعلامية - 20 منتج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المنتج 20 - حملة شهادات الشركاء والخبراء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🎯 المثلث الذهبي: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العنصر 	التفاصيل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**الهدف الاتصالي** 	تعزيز الثقة وإثبات الأثر الحقيقي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**الجمهور المستهدف** 	المستثمرون المحتملون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**الرسالة الأساسية** 	"شركاؤنا يتحدثون - قصص نجاح حقيقية"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أنواع الشهادات: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**شهادات الشركاء الحاليين:**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محامص الشعب - لماذا اختاروا ALIC؟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مخابز قبلان - تجربة التعاقد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مصنع التجميل - الخطط المستقبلية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**شهادات الخبراء:**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رئيس غرفة الصناعة - أهمية ALIC للقطاع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محلل اقتصادي - الأثر على الاقتصاد الأردني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خبير لوجستي - مقارنة مع المنطقة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التنسيق: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**فيديوهات قصيرة:** 1-2 دقيقة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**اقتباسات مصورة:** للسوشيال ميديا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**المنصات:** LinkedIn, YouTube, Instagram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الجدول الزمني الشامل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ملخص المنتجات الإعلامية - 20 منتج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المرحلة الأولى (5 منتجات):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المنتج 	القناة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 	LinkedIn Post 	السوشيال ميديا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2 	البيان الصحفي 	الصحف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3 	SMS Campaign 	غرفة الصناعة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4 	Teaser Video 	متعدد المنصات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5 	VIP Invitations 	مباشر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المرحلة الثانية (10 منتجات):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المنتج 	القناة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6 	حفل الإطلاق 	حدث مباشر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7 	شهادة محامص الشعب 	فيديو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8 	الفيلم السينمائي 	YouTube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9 	التغطية التلفزيونية 	5 قنوات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10 	حملة LinkedIn 	10 منشورات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11 	الإعلانات الرقمية 	Google + Meta + LinkedIn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12 	بودكاست بذرة 	Spotify + Apple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13 	مقالات الرأي 	5 صحف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14 	الجولة الإعلامية 	25 صحفي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15 	البيان الصحفي للإطلاق 	50+ وسيلة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المرحلة الثالثة (5 منتجات):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# 	المنتج 	القناة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 	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16 	إذاعة حسنى FM 	إذاعة النخبة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17 	الجولة الإذاعية 	5 إذاعات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18 	المخبر الاقتصادي 	YouTube (500K+)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19 	برنامج مال وأعمال 	التلفزيون الأردني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20 	حملة الشهادات 	السوشيال ميديا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ملخص الميزانية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الجدول الزمني الشامل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يناير 2026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الأسبوع 	المرحلة 	المنتجات الرئيسية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--------- 	--------- 	-------------------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**الأسبوع 1** (5-12) 	التهيئة 	LinkedIn, بيان صحفي, SMS, Teaser, دعوات VIP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**الأسبوع 2** (13-19) 	الإطلاق - الجزء 1 	حفل الإطلاق, شهادة محامص الشعب, الفيلم, التلفزيون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**الأسبوع 3** (20-22) 	الإطلاق - الجزء 2 	LinkedIn, إعلانات, بودكاست, مقالات, جولة إعلامية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**الأسبوع 4** (23-31) 	الترسيخ 	الإذاعات, المخبر الاقتصادي, مال وأعمال, الشهادات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مؤشرات النجاح الكلية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ملخص الميزانية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إجمالي الميزانية: $10,000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المرحلة 	الميزانية 	النسبة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--------- 	-----------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المرحلة 1 (التهيئة) 	$1,500 	15%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المرحلة 2 (الإطلاق) 	$5,500 	55%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المرحلة 3 (الترسيخ) 	$3,000 	30%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توزيع حسب القناة: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القناة 	المبلغ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Social Media Ads 	$5,000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Google Ads 	$2,500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Native Ads 	$2,500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# توزيع جغرافي: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المنطقة 	النسبة 	المبلغ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--------- 	-------- 	--------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الأردن 	85% 	$8,500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إقليمي 	10% 	$1,000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دولي 	5% 	$500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التوصيات الختامية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مؤشرات النجاح الكلية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المؤشرات الكمية: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المؤشر 	الهدف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-------- 	-------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إجمالي الوصول 	**10+ مليون**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التغطيات الإعلامية 	**100+ تغطية**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مشاهدات الفيديو 	**1+ مليون**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Leads مولدة 	**200+**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حضور حفل الإطلاق 	**300+ VIP**</a:t>
            </a:r>
          </a:p>
          <a:p>
            <a:pPr algn="r">
              <a:spcAft>
                <a:spcPts val="800"/>
              </a:spcAft>
              <a:defRPr sz="1400">
                <a:solidFill>
                  <a:srgbClr val="FFFFFF"/>
                </a:solidFill>
                <a:latin typeface="Dubai"/>
              </a:defRPr>
            </a:pPr>
            <a:r>
              <a:t>منشورات المؤثرين 	**50+**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المؤشرات النوعية: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نبرة إيجابية في 90%+ من التغطيات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ذكر ALIC في خطابات رسمية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طلبات استفسار من مستثمرين إقليميين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تغطية في Forbes Middle East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- ✅ حلقة في المخبر الاقتصادي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r">
              <a:defRPr sz="3200" b="1">
                <a:solidFill>
                  <a:srgbClr val="CA8A04"/>
                </a:solidFill>
                <a:latin typeface="Dubai"/>
              </a:defRPr>
            </a:pPr>
            <a:r>
              <a:t>خلاصة المنهجية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التوصيات الختامية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🔴 أولويات عاجلة (قبل الإطلاق):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1. ✅ إنتاج الفيلم السينمائي 4K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2. ✅ تفعيل صفحة ALIC على LinkedIn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3. ✅ إعداد الملف الصحفي الكامل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4. ✅ تأكيد مواعيد المقابلات التلفزيونية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🟡 أولويات مهمة (خلال الحملة):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1. 📊 متابعة يومية للتغطيات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2. 📱 تفاعل فوري مع المحتوى المنشور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3. 📧 متابعة الـ Leads المولدة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4. 📹 توثيق كل الفعاليات</a:t>
            </a:r>
          </a:p>
          <a:p>
            <a:pPr algn="r">
              <a:spcAft>
                <a:spcPts val="800"/>
              </a:spcAft>
              <a:defRPr>
                <a:solidFill>
                  <a:srgbClr val="FFFFFF"/>
                </a:solidFill>
                <a:latin typeface="Dubai"/>
              </a:defRPr>
            </a:pPr>
            <a:r>
              <a:rPr b="1" sz="2200">
                <a:solidFill>
                  <a:srgbClr val="10B981"/>
                </a:solidFill>
              </a:rPr>
              <a:t>🟢 أولويات استراتيجية (بعد الحملة):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1. 📈 تقرير شامل عن الأداء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2. 🤝 بناء علاقات طويلة الأمد مع الإعلاميين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  <a:latin typeface="Dubai"/>
              </a:defRPr>
            </a:pPr>
            <a:r>
              <a:t>3. 📅 تخطيط المرحلة التالية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Dubai"/>
              </a:defRPr>
            </a:pPr>
            <a: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Dubai"/>
              </a:defRPr>
            </a:pPr>
            <a:r>
              <a:t>شكراً لكم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